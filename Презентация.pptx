
<file path=[Content_Types].xml><?xml version="1.0" encoding="utf-8"?>
<Types xmlns="http://schemas.openxmlformats.org/package/2006/content-types">
  <Default Extension="jpeg" ContentType="image/jpeg"/>
  <Default Extension="wdp" ContentType="image/vnd.ms-photo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66" r:id="rId3"/>
    <p:sldId id="302" r:id="rId4"/>
    <p:sldId id="303" r:id="rId5"/>
    <p:sldId id="304" r:id="rId6"/>
    <p:sldId id="311" r:id="rId7"/>
    <p:sldId id="305" r:id="rId8"/>
    <p:sldId id="308" r:id="rId9"/>
    <p:sldId id="307" r:id="rId10"/>
  </p:sldIdLst>
  <p:sldSz cx="12192000" cy="6858000"/>
  <p:notesSz cx="6858000" cy="9144000"/>
  <p:embeddedFontLst>
    <p:embeddedFont>
      <p:font typeface="Samsung SS Body Light" charset="0"/>
      <p:regular r:id="rId15"/>
      <p:bold r:id="rId16"/>
      <p:bold r:id="rId17"/>
    </p:embeddedFont>
    <p:embeddedFont>
      <p:font typeface="Calibri" charset="0"/>
      <p:regular r:id="rId18"/>
      <p:bold r:id="rId19"/>
      <p:italic r:id="rId20"/>
      <p:boldItalic r:id="rId21"/>
    </p:embeddedFont>
    <p:embeddedFont>
      <p:font typeface="Samsung SS Head Medium" charset="0"/>
      <p:regular r:id="rId22"/>
    </p:embeddedFont>
  </p:embeddedFontLst>
  <p:defaultTextStyle>
    <a:defPPr>
      <a:defRPr lang="ru-RU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Samsung SS Body Light" pitchFamily="2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Samsung SS Body Light" pitchFamily="2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Samsung SS Body Light" pitchFamily="2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Samsung SS Body Light" pitchFamily="2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Samsung SS Body Light" pitchFamily="2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Samsung SS Body Light" pitchFamily="2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Samsung SS Body Light" pitchFamily="2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Samsung SS Body Light" pitchFamily="2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Samsung SS Body Light" pitchFamily="2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44546A"/>
    <a:srgbClr val="5994EE"/>
    <a:srgbClr val="F4F4F4"/>
    <a:srgbClr val="A366D0"/>
    <a:srgbClr val="662D91"/>
    <a:srgbClr val="1429A2"/>
    <a:srgbClr val="005FD2"/>
    <a:srgbClr val="97D653"/>
    <a:srgbClr val="FFB546"/>
    <a:srgbClr val="01C3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646"/>
    <p:restoredTop sz="94430"/>
  </p:normalViewPr>
  <p:slideViewPr>
    <p:cSldViewPr snapToGrid="0" showGuides="1">
      <p:cViewPr varScale="1">
        <p:scale>
          <a:sx n="143" d="100"/>
          <a:sy n="143" d="100"/>
        </p:scale>
        <p:origin x="474" y="120"/>
      </p:cViewPr>
      <p:guideLst>
        <p:guide orient="horz" pos="2160"/>
        <p:guide pos="3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ru-RU" strike="noStrike" noProof="1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64F54CC1-97CB-44AD-8DAB-B216F30CF3E3}" type="datetimeFigureOut">
              <a:rPr lang="ru-RU" strike="noStrike" noProof="1" smtClean="0">
                <a:latin typeface="+mn-lt"/>
                <a:ea typeface="+mn-ea"/>
                <a:cs typeface="+mn-cs"/>
              </a:rPr>
            </a:fld>
            <a:endParaRPr lang="ru-RU" strike="noStrike" noProof="1"/>
          </a:p>
        </p:txBody>
      </p:sp>
      <p:sp>
        <p:nvSpPr>
          <p:cNvPr id="6148" name="Образ слайда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49" name="Заметки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p>
            <a:pPr lvl="0"/>
            <a:r>
              <a:rPr lang="ru-RU" altLang="zh-CN"/>
              <a:t>Образец текста</a:t>
            </a:r>
            <a:endParaRPr lang="ru-RU" altLang="zh-CN"/>
          </a:p>
          <a:p>
            <a:pPr lvl="1"/>
            <a:r>
              <a:rPr lang="ru-RU" altLang="zh-CN"/>
              <a:t>Второй уровень</a:t>
            </a:r>
            <a:endParaRPr lang="ru-RU" altLang="zh-CN"/>
          </a:p>
          <a:p>
            <a:pPr lvl="2"/>
            <a:r>
              <a:rPr lang="ru-RU" altLang="zh-CN"/>
              <a:t>Третий уровень</a:t>
            </a:r>
            <a:endParaRPr lang="ru-RU" altLang="zh-CN"/>
          </a:p>
          <a:p>
            <a:pPr lvl="3"/>
            <a:r>
              <a:rPr lang="ru-RU" altLang="zh-CN"/>
              <a:t>Четвертый уровень</a:t>
            </a:r>
            <a:endParaRPr lang="ru-RU" altLang="zh-CN"/>
          </a:p>
          <a:p>
            <a:pPr lvl="4"/>
            <a:r>
              <a:rPr lang="ru-RU" altLang="zh-CN"/>
              <a:t>Пятый уровень</a:t>
            </a:r>
            <a:endParaRPr lang="ru-RU" altLang="zh-CN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ru-RU" strike="noStrike" noProof="1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05C1BEDC-14E0-454C-9320-42DD4A99B1BA}" type="slidenum">
              <a:rPr lang="ru-RU" strike="noStrike" noProof="1" smtClean="0">
                <a:latin typeface="+mn-lt"/>
                <a:ea typeface="+mn-ea"/>
                <a:cs typeface="+mn-cs"/>
              </a:rPr>
            </a:fld>
            <a:endParaRPr lang="ru-RU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microsoft.com/office/2007/relationships/hdphoto" Target="../media/hdphoto1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 Cle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Рисунок 3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>
            <a:picLocks noChangeAspect="1"/>
          </p:cNvPicPr>
          <p:nvPr userDrawn="1"/>
        </p:nvPicPr>
        <p:blipFill>
          <a:blip r:embed="rId2"/>
          <a:srcRect b="39667"/>
          <a:stretch>
            <a:fillRect/>
          </a:stretch>
        </p:blipFill>
        <p:spPr>
          <a:xfrm>
            <a:off x="369888" y="6161088"/>
            <a:ext cx="1589087" cy="4778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Рисунок 7" descr="Изображение выглядит как Шрифт, текст, Графика, графический дизайн&#10;&#10;Содержимое, созданное искусственным интеллектом, может быть неверным.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7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1899" y="374956"/>
            <a:ext cx="2328172" cy="496033"/>
          </a:xfrm>
          <a:prstGeom prst="rect">
            <a:avLst/>
          </a:prstGeom>
        </p:spPr>
      </p:pic>
      <p:sp>
        <p:nvSpPr>
          <p:cNvPr id="9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4038600" y="62912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>
                <a:latin typeface="Samsung SS Body Light" pitchFamily="2" charset="0"/>
                <a:cs typeface="Samsung SS Body Light" pitchFamily="2" charset="0"/>
              </a:defRPr>
            </a:lvl1pPr>
          </a:lstStyle>
          <a:p>
            <a:pPr fontAlgn="auto"/>
            <a:endParaRPr lang="ru-RU" strike="noStrike" noProof="1" dirty="0">
              <a:latin typeface="Samsung SS Body Light" pitchFamily="2" charset="0"/>
              <a:cs typeface="Samsung SS Body Light" pitchFamily="2" charset="0"/>
            </a:endParaRPr>
          </a:p>
        </p:txBody>
      </p:sp>
      <p:sp>
        <p:nvSpPr>
          <p:cNvPr id="10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610600" y="62912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>
                <a:latin typeface="Samsung SS Body Light" pitchFamily="2" charset="0"/>
                <a:cs typeface="Samsung SS Body Light" pitchFamily="2" charset="0"/>
              </a:defRPr>
            </a:lvl1pPr>
          </a:lstStyle>
          <a:p>
            <a:pPr fontAlgn="auto"/>
            <a:fld id="{2D0A6DE4-523C-4F70-BC59-CD9CEAB9BA4C}" type="slidenum">
              <a:rPr lang="ru-RU" strike="noStrike" noProof="1" smtClean="0">
                <a:latin typeface="Samsung SS Body Light" pitchFamily="2" charset="0"/>
                <a:ea typeface="+mn-ea"/>
                <a:cs typeface="Samsung SS Body Light" pitchFamily="2" charset="0"/>
              </a:rPr>
            </a:fld>
            <a:endParaRPr lang="ru-RU" strike="noStrike" noProof="1">
              <a:latin typeface="Samsung SS Body Light" pitchFamily="2" charset="0"/>
              <a:cs typeface="Samsung SS Body Light" pitchFamily="2" charset="0"/>
            </a:endParaRPr>
          </a:p>
        </p:txBody>
      </p:sp>
    </p:spTree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t Title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fontAlgn="auto"/>
            <a:endParaRPr lang="ru-RU" strike="noStrike" noProof="1"/>
          </a:p>
        </p:txBody>
      </p:sp>
      <p:sp>
        <p:nvSpPr>
          <p:cNvPr id="3" name="Замещающий 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fontAlgn="auto"/>
            <a:fld id="{2D0A6DE4-523C-4F70-BC59-CD9CEAB9BA4C}" type="slidenum">
              <a:rPr lang="ru-RU" strike="noStrike" noProof="1" smtClean="0">
                <a:latin typeface="Samsung SS Body Light" pitchFamily="2" charset="0"/>
                <a:ea typeface="+mn-ea"/>
                <a:cs typeface="Samsung SS Body Light" pitchFamily="2" charset="0"/>
              </a:rPr>
            </a:fld>
            <a:endParaRPr lang="ru-RU" strike="noStrike" noProof="1"/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Рисунок 4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9825" y="577850"/>
            <a:ext cx="4838700" cy="2408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3129703"/>
            <a:ext cx="9144000" cy="1360652"/>
          </a:xfrm>
        </p:spPr>
        <p:txBody>
          <a:bodyPr anchor="b"/>
          <a:lstStyle>
            <a:lvl1pPr algn="ctr">
              <a:defRPr sz="6000">
                <a:latin typeface="Samsung SS Head Bold" pitchFamily="2" charset="0"/>
                <a:ea typeface="Samsung Sharp Sans" pitchFamily="2" charset="-52"/>
                <a:cs typeface="Samsung SS Head Bold" pitchFamily="2" charset="0"/>
              </a:defRPr>
            </a:lvl1pPr>
          </a:lstStyle>
          <a:p>
            <a:pPr fontAlgn="auto"/>
            <a:r>
              <a:rPr lang="ru-RU" strike="noStrike" noProof="1" dirty="0"/>
              <a:t>Образец заголовка</a:t>
            </a:r>
            <a:endParaRPr lang="ru-RU" strike="noStrike" noProof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582430"/>
            <a:ext cx="9144000" cy="8662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  <a:latin typeface="Samsung SS Head Bold" pitchFamily="2" charset="0"/>
                <a:ea typeface="Samsung Sharp Sans" pitchFamily="2" charset="-52"/>
                <a:cs typeface="Samsung SS Head 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ru-RU" strike="noStrike" noProof="1"/>
              <a:t>Образец подзаголовка</a:t>
            </a:r>
            <a:endParaRPr lang="ru-RU" strike="noStrike" noProof="1"/>
          </a:p>
        </p:txBody>
      </p:sp>
      <p:sp>
        <p:nvSpPr>
          <p:cNvPr id="11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4038600" y="62912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ru-RU" strike="noStrike" noProof="1"/>
          </a:p>
        </p:txBody>
      </p:sp>
      <p:sp>
        <p:nvSpPr>
          <p:cNvPr id="12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610600" y="62912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2D0A6DE4-523C-4F70-BC59-CD9CEAB9BA4C}" type="slidenum">
              <a:rPr lang="ru-RU" strike="noStrike" noProof="1" smtClean="0">
                <a:latin typeface="Samsung SS Body Light" pitchFamily="2" charset="0"/>
                <a:ea typeface="+mn-ea"/>
                <a:cs typeface="Samsung SS Body Light" pitchFamily="2" charset="0"/>
              </a:rPr>
            </a:fld>
            <a:endParaRPr lang="ru-RU" strike="noStrike" noProof="1"/>
          </a:p>
        </p:txBody>
      </p:sp>
    </p:spTree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Рисунок 2" descr="Изображение выглядит как Графика, Шрифт, графический дизайн, логотип&#10;&#10;Контент, сгенерированный ИИ, может содержать ошибки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16963" y="428625"/>
            <a:ext cx="1452562" cy="246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71955" y="397490"/>
            <a:ext cx="1053176" cy="325054"/>
          </a:xfrm>
          <a:prstGeom prst="rect">
            <a:avLst/>
          </a:prstGeom>
        </p:spPr>
      </p:pic>
      <p:pic>
        <p:nvPicPr>
          <p:cNvPr id="4101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>
            <a:picLocks noChangeAspect="1"/>
          </p:cNvPicPr>
          <p:nvPr userDrawn="1"/>
        </p:nvPicPr>
        <p:blipFill>
          <a:blip r:embed="rId4"/>
          <a:srcRect b="39667"/>
          <a:stretch>
            <a:fillRect/>
          </a:stretch>
        </p:blipFill>
        <p:spPr>
          <a:xfrm>
            <a:off x="369888" y="6161088"/>
            <a:ext cx="1589087" cy="4778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Рисунок 8" descr="Изображение выглядит как Шрифт, текст, Графика, графический дизайн&#10;&#10;Содержимое, созданное искусственным интеллектом, может быть неверным."/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67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82783" y="410480"/>
            <a:ext cx="1533914" cy="326811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369477" y="219249"/>
            <a:ext cx="6750231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latin typeface="Samsung SS Head Bold" pitchFamily="2" charset="0"/>
                <a:ea typeface="Samsung Sharp Sans" pitchFamily="2" charset="-52"/>
                <a:cs typeface="Samsung SS Head Bold" pitchFamily="2" charset="0"/>
              </a:defRPr>
            </a:lvl1pPr>
          </a:lstStyle>
          <a:p>
            <a:pPr fontAlgn="auto"/>
            <a:r>
              <a:rPr lang="ru-RU" strike="noStrike" noProof="1" dirty="0"/>
              <a:t>Образец заголовка</a:t>
            </a:r>
            <a:endParaRPr lang="ru-RU" strike="noStrike" noProof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4038600" y="62912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ru-RU" strike="noStrike" noProof="1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610600" y="62912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2D0A6DE4-523C-4F70-BC59-CD9CEAB9BA4C}" type="slidenum">
              <a:rPr lang="ru-RU" strike="noStrike" noProof="1" smtClean="0">
                <a:latin typeface="Samsung SS Body Light" pitchFamily="2" charset="0"/>
                <a:ea typeface="+mn-ea"/>
                <a:cs typeface="Samsung SS Body Light" pitchFamily="2" charset="0"/>
              </a:rPr>
            </a:fld>
            <a:endParaRPr lang="ru-RU" strike="noStrike" noProof="1"/>
          </a:p>
        </p:txBody>
      </p:sp>
    </p:spTree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>
            <a:picLocks noChangeAspect="1"/>
          </p:cNvPicPr>
          <p:nvPr userDrawn="1"/>
        </p:nvPicPr>
        <p:blipFill>
          <a:blip r:embed="rId2"/>
          <a:srcRect b="39667"/>
          <a:stretch>
            <a:fillRect/>
          </a:stretch>
        </p:blipFill>
        <p:spPr>
          <a:xfrm>
            <a:off x="369888" y="6161088"/>
            <a:ext cx="1589087" cy="477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369477" y="219249"/>
            <a:ext cx="8908926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latin typeface="Samsung SS Head Bold" pitchFamily="2" charset="0"/>
                <a:ea typeface="Samsung Sharp Sans" pitchFamily="2" charset="-52"/>
                <a:cs typeface="Samsung SS Head Bold" pitchFamily="2" charset="0"/>
              </a:defRPr>
            </a:lvl1pPr>
          </a:lstStyle>
          <a:p>
            <a:pPr fontAlgn="auto"/>
            <a:r>
              <a:rPr lang="ru-RU" strike="noStrike" noProof="1" dirty="0"/>
              <a:t>Образец заголовка</a:t>
            </a:r>
            <a:endParaRPr lang="ru-RU" strike="noStrike" noProof="1" dirty="0"/>
          </a:p>
        </p:txBody>
      </p:sp>
      <p:sp>
        <p:nvSpPr>
          <p:cNvPr id="10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4038600" y="62912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ru-RU" strike="noStrike" noProof="1"/>
          </a:p>
        </p:txBody>
      </p:sp>
      <p:sp>
        <p:nvSpPr>
          <p:cNvPr id="11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610600" y="62912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2D0A6DE4-523C-4F70-BC59-CD9CEAB9BA4C}" type="slidenum">
              <a:rPr lang="ru-RU" strike="noStrike" noProof="1" smtClean="0">
                <a:latin typeface="Samsung SS Body Light" pitchFamily="2" charset="0"/>
                <a:ea typeface="+mn-ea"/>
                <a:cs typeface="Samsung SS Body Light" pitchFamily="2" charset="0"/>
              </a:rPr>
            </a:fld>
            <a:endParaRPr lang="ru-RU" strike="noStrike" noProof="1"/>
          </a:p>
        </p:txBody>
      </p:sp>
    </p:spTree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Рисунок 7" descr="Изображение выглядит как белый&#10;&#10;Контент, сгенерированный ИИ, может содержать ошибки.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258300" cy="690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p>
            <a:pPr lvl="0"/>
            <a:r>
              <a:rPr lang="ru-RU" altLang="zh-CN" dirty="0"/>
              <a:t>Образец заголовка</a:t>
            </a:r>
            <a:endParaRPr lang="ru-RU" altLang="zh-CN" dirty="0"/>
          </a:p>
        </p:txBody>
      </p:sp>
      <p:sp>
        <p:nvSpPr>
          <p:cNvPr id="1028" name="Текст 2"/>
          <p:cNvSpPr>
            <a:spLocks noGrp="1"/>
          </p:cNvSpPr>
          <p:nvPr>
            <p:ph type="body"/>
          </p:nvPr>
        </p:nvSpPr>
        <p:spPr>
          <a:xfrm>
            <a:off x="838200" y="1157288"/>
            <a:ext cx="10515600" cy="50196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p>
            <a:pPr lvl="0"/>
            <a:r>
              <a:rPr lang="ru-RU" altLang="zh-CN" dirty="0"/>
              <a:t>Образец текста</a:t>
            </a:r>
            <a:endParaRPr lang="ru-RU" altLang="zh-CN" dirty="0"/>
          </a:p>
          <a:p>
            <a:pPr lvl="1"/>
            <a:r>
              <a:rPr lang="ru-RU" altLang="zh-CN" dirty="0"/>
              <a:t>Второй уровень</a:t>
            </a:r>
            <a:endParaRPr lang="ru-RU" altLang="zh-CN" dirty="0"/>
          </a:p>
          <a:p>
            <a:pPr lvl="2"/>
            <a:r>
              <a:rPr lang="ru-RU" altLang="zh-CN" dirty="0"/>
              <a:t>Третий уровень</a:t>
            </a:r>
            <a:endParaRPr lang="ru-RU" altLang="zh-CN" dirty="0"/>
          </a:p>
          <a:p>
            <a:pPr lvl="3"/>
            <a:r>
              <a:rPr lang="ru-RU" altLang="zh-CN" dirty="0"/>
              <a:t>Четвертый уровень</a:t>
            </a:r>
            <a:endParaRPr lang="ru-RU" altLang="zh-CN" dirty="0"/>
          </a:p>
          <a:p>
            <a:pPr lvl="4"/>
            <a:r>
              <a:rPr lang="ru-RU" altLang="zh-CN" dirty="0"/>
              <a:t>Пятый уровень</a:t>
            </a:r>
            <a:endParaRPr lang="ru-RU" altLang="zh-CN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2912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  <a:latin typeface="Samsung SS Body Light" pitchFamily="2" charset="0"/>
                <a:cs typeface="Samsung SS Body Light" pitchFamily="2" charset="0"/>
              </a:defRPr>
            </a:lvl1pPr>
          </a:lstStyle>
          <a:p>
            <a:pPr fontAlgn="auto"/>
            <a:endParaRPr lang="ru-RU" strike="noStrike" noProof="1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2912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Samsung SS Body Light" pitchFamily="2" charset="0"/>
                <a:cs typeface="Samsung SS Body Light" pitchFamily="2" charset="0"/>
              </a:defRPr>
            </a:lvl1pPr>
          </a:lstStyle>
          <a:p>
            <a:pPr fontAlgn="auto"/>
            <a:fld id="{2D0A6DE4-523C-4F70-BC59-CD9CEAB9BA4C}" type="slidenum">
              <a:rPr lang="ru-RU" strike="noStrike" noProof="1" smtClean="0">
                <a:latin typeface="Samsung SS Body Light" pitchFamily="2" charset="0"/>
                <a:ea typeface="+mn-ea"/>
                <a:cs typeface="Samsung SS Body Light" pitchFamily="2" charset="0"/>
              </a:rPr>
            </a:fld>
            <a:endParaRPr lang="ru-RU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kern="1200">
          <a:solidFill>
            <a:schemeClr val="tx2"/>
          </a:solidFill>
          <a:latin typeface="Samsung SS Head Bold" pitchFamily="2" charset="0"/>
          <a:ea typeface="+mj-ea"/>
          <a:cs typeface="Samsung SS Head Bold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2"/>
          </a:solidFill>
          <a:latin typeface="Samsung SS Body Light" pitchFamily="2" charset="0"/>
          <a:ea typeface="+mn-ea"/>
          <a:cs typeface="Samsung SS Body Light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2"/>
          </a:solidFill>
          <a:latin typeface="Samsung SS Body Light" pitchFamily="2" charset="0"/>
          <a:ea typeface="+mn-ea"/>
          <a:cs typeface="Samsung SS Body Light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2"/>
          </a:solidFill>
          <a:latin typeface="Samsung SS Body Light" pitchFamily="2" charset="0"/>
          <a:ea typeface="+mn-ea"/>
          <a:cs typeface="Samsung SS Body Light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2"/>
          </a:solidFill>
          <a:latin typeface="Samsung SS Body Light" pitchFamily="2" charset="0"/>
          <a:ea typeface="+mn-ea"/>
          <a:cs typeface="Samsung SS Body Light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2"/>
          </a:solidFill>
          <a:latin typeface="Samsung SS Body Light" pitchFamily="2" charset="0"/>
          <a:ea typeface="+mn-ea"/>
          <a:cs typeface="Samsung SS Body Ligh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69" name="Рисунок 8" descr="Изображение выглядит как паутина, искусство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150" y="0"/>
            <a:ext cx="413385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0" name="Рисунок 13" descr="Изображение выглядит как Шрифт, Графика, снимок экрана, текс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631825"/>
            <a:ext cx="2254250" cy="481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1" name="Изображение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355" y="177800"/>
            <a:ext cx="4318000" cy="1752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2" name="Текстовое поле 3"/>
          <p:cNvSpPr txBox="1"/>
          <p:nvPr/>
        </p:nvSpPr>
        <p:spPr>
          <a:xfrm>
            <a:off x="293688" y="5815013"/>
            <a:ext cx="40640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ru-RU" altLang="ru-RU">
                <a:solidFill>
                  <a:srgbClr val="44546A"/>
                </a:solidFill>
                <a:latin typeface="Samsung SS Head Medium" charset="0"/>
              </a:rPr>
              <a:t>Выполнил</a:t>
            </a:r>
            <a:r>
              <a:rPr lang="en-US" altLang="ru-RU">
                <a:solidFill>
                  <a:srgbClr val="44546A"/>
                </a:solidFill>
                <a:latin typeface="Samsung SS Head Medium" charset="0"/>
              </a:rPr>
              <a:t>: </a:t>
            </a:r>
            <a:r>
              <a:rPr lang="ru-RU" altLang="ru-RU">
                <a:solidFill>
                  <a:srgbClr val="44546A"/>
                </a:solidFill>
                <a:latin typeface="Samsung SS Head Medium" charset="0"/>
              </a:rPr>
              <a:t>Батюченко Дмитрий</a:t>
            </a:r>
            <a:endParaRPr lang="ru-RU" altLang="ru-RU">
              <a:solidFill>
                <a:srgbClr val="44546A"/>
              </a:solidFill>
              <a:latin typeface="Samsung SS Head Medium" charset="0"/>
            </a:endParaRPr>
          </a:p>
        </p:txBody>
      </p:sp>
      <p:sp>
        <p:nvSpPr>
          <p:cNvPr id="7174" name="Текстовое поле 6"/>
          <p:cNvSpPr txBox="1"/>
          <p:nvPr/>
        </p:nvSpPr>
        <p:spPr>
          <a:xfrm>
            <a:off x="2152650" y="3276600"/>
            <a:ext cx="5259388" cy="665163"/>
          </a:xfrm>
          <a:prstGeom prst="rect">
            <a:avLst/>
          </a:prstGeom>
          <a:noFill/>
          <a:ln w="9525">
            <a:noFill/>
          </a:ln>
        </p:spPr>
        <p:txBody>
          <a:bodyPr wrap="square" anchor="t"/>
          <a:p>
            <a:r>
              <a:rPr lang="en-US" altLang="en-US" sz="2000">
                <a:solidFill>
                  <a:srgbClr val="44546A"/>
                </a:solidFill>
                <a:latin typeface="Samsung SS Head Medium" charset="0"/>
              </a:rPr>
              <a:t>Сжатие</a:t>
            </a:r>
            <a:r>
              <a:rPr lang="en-US" altLang="ru-RU" sz="2000">
                <a:solidFill>
                  <a:srgbClr val="44546A"/>
                </a:solidFill>
                <a:latin typeface="Samsung SS Head Medium" charset="0"/>
              </a:rPr>
              <a:t> </a:t>
            </a:r>
            <a:r>
              <a:rPr lang="en-US" altLang="en-US" sz="2000">
                <a:solidFill>
                  <a:srgbClr val="44546A"/>
                </a:solidFill>
                <a:latin typeface="Samsung SS Head Medium" charset="0"/>
              </a:rPr>
              <a:t>изображений</a:t>
            </a:r>
            <a:r>
              <a:rPr lang="en-US" altLang="ru-RU" sz="2000">
                <a:solidFill>
                  <a:srgbClr val="44546A"/>
                </a:solidFill>
                <a:latin typeface="Samsung SS Head Medium" charset="0"/>
              </a:rPr>
              <a:t> </a:t>
            </a:r>
            <a:r>
              <a:rPr lang="en-US" altLang="en-US" sz="2000">
                <a:solidFill>
                  <a:srgbClr val="44546A"/>
                </a:solidFill>
                <a:latin typeface="Samsung SS Head Medium" charset="0"/>
              </a:rPr>
              <a:t>нейросетями</a:t>
            </a:r>
            <a:endParaRPr lang="en-US" altLang="en-US" sz="2000">
              <a:solidFill>
                <a:srgbClr val="44546A"/>
              </a:solidFill>
              <a:latin typeface="Samsung SS Head Medium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3" name="Рисунок 13" descr="Изображение выглядит как Шрифт, Графика, снимок экрана, текс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5976938"/>
            <a:ext cx="2254250" cy="481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4" name="Текстовое поле 1"/>
          <p:cNvSpPr txBox="1"/>
          <p:nvPr/>
        </p:nvSpPr>
        <p:spPr>
          <a:xfrm>
            <a:off x="784225" y="736600"/>
            <a:ext cx="4064000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ru-RU" altLang="ru-RU" sz="3200">
                <a:solidFill>
                  <a:srgbClr val="44546A"/>
                </a:solidFill>
                <a:latin typeface="Samsung SS Body Light" pitchFamily="2" charset="0"/>
              </a:rPr>
              <a:t>Содержание</a:t>
            </a:r>
            <a:endParaRPr lang="ru-RU" altLang="ru-RU" sz="3200">
              <a:solidFill>
                <a:srgbClr val="44546A"/>
              </a:solidFill>
              <a:latin typeface="Samsung SS Body Light" pitchFamily="2" charset="0"/>
            </a:endParaRPr>
          </a:p>
        </p:txBody>
      </p:sp>
      <p:sp>
        <p:nvSpPr>
          <p:cNvPr id="8195" name="Текстовое поле 4"/>
          <p:cNvSpPr txBox="1"/>
          <p:nvPr/>
        </p:nvSpPr>
        <p:spPr>
          <a:xfrm>
            <a:off x="1100138" y="2009775"/>
            <a:ext cx="5664200" cy="1984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/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>
                <a:solidFill>
                  <a:srgbClr val="44546A"/>
                </a:solidFill>
                <a:latin typeface="Samsung SS Body Light" pitchFamily="2" charset="0"/>
              </a:rPr>
              <a:t>Введение</a:t>
            </a:r>
            <a:endParaRPr lang="ru-RU" altLang="en-US">
              <a:solidFill>
                <a:srgbClr val="44546A"/>
              </a:solidFill>
              <a:latin typeface="Samsung SS Body Light" pitchFamily="2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>
                <a:solidFill>
                  <a:srgbClr val="44546A"/>
                </a:solidFill>
                <a:latin typeface="Samsung SS Body Light" pitchFamily="2" charset="0"/>
              </a:rPr>
              <a:t>Коротко о проблемах при работе</a:t>
            </a:r>
            <a:endParaRPr lang="ru-RU" altLang="en-US">
              <a:solidFill>
                <a:srgbClr val="44546A"/>
              </a:solidFill>
              <a:latin typeface="Samsung SS Body Light" pitchFamily="2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>
                <a:solidFill>
                  <a:srgbClr val="44546A"/>
                </a:solidFill>
                <a:latin typeface="Samsung SS Body Light" pitchFamily="2" charset="0"/>
              </a:rPr>
              <a:t>Архитектура нейронной сети</a:t>
            </a:r>
            <a:endParaRPr lang="ru-RU" altLang="en-US">
              <a:solidFill>
                <a:srgbClr val="44546A"/>
              </a:solidFill>
              <a:latin typeface="Samsung SS Body Light" pitchFamily="2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>
                <a:solidFill>
                  <a:srgbClr val="44546A"/>
                </a:solidFill>
                <a:latin typeface="Samsung SS Body Light" pitchFamily="2" charset="0"/>
              </a:rPr>
              <a:t>Что делает каждый файл</a:t>
            </a:r>
            <a:r>
              <a:rPr lang="en-US" altLang="en-US">
                <a:solidFill>
                  <a:srgbClr val="44546A"/>
                </a:solidFill>
                <a:latin typeface="Samsung SS Body Light" pitchFamily="2" charset="0"/>
              </a:rPr>
              <a:t>?</a:t>
            </a:r>
            <a:endParaRPr lang="en-US" altLang="en-US">
              <a:solidFill>
                <a:srgbClr val="44546A"/>
              </a:solidFill>
              <a:latin typeface="Samsung SS Body Light" pitchFamily="2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>
                <a:solidFill>
                  <a:srgbClr val="44546A"/>
                </a:solidFill>
                <a:latin typeface="Samsung SS Body Light" pitchFamily="2" charset="0"/>
              </a:rPr>
              <a:t>Демонстрация работы программ</a:t>
            </a:r>
            <a:endParaRPr lang="en-US" altLang="en-US">
              <a:solidFill>
                <a:srgbClr val="44546A"/>
              </a:solidFill>
              <a:latin typeface="Samsung SS Body Light" pitchFamily="2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>
                <a:solidFill>
                  <a:srgbClr val="44546A"/>
                </a:solidFill>
                <a:latin typeface="Samsung SS Body Light" pitchFamily="2" charset="0"/>
              </a:rPr>
              <a:t>Итоги</a:t>
            </a:r>
            <a:endParaRPr lang="ru-RU" altLang="en-US">
              <a:solidFill>
                <a:srgbClr val="44546A"/>
              </a:solidFill>
              <a:latin typeface="Samsung SS Body Light" pitchFamily="2" charset="0"/>
            </a:endParaRPr>
          </a:p>
        </p:txBody>
      </p:sp>
      <p:pic>
        <p:nvPicPr>
          <p:cNvPr id="8196" name="Рисунок 8" descr="Изображение выглядит как паутина, искусство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150" y="0"/>
            <a:ext cx="413385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7" name="Рисунок 13" descr="Изображение выглядит как Шрифт, Графика, снимок экрана, текс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5976938"/>
            <a:ext cx="2254250" cy="481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8" name="Текстовое поле 1"/>
          <p:cNvSpPr txBox="1"/>
          <p:nvPr/>
        </p:nvSpPr>
        <p:spPr>
          <a:xfrm>
            <a:off x="784225" y="736600"/>
            <a:ext cx="4064000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ru-RU" altLang="ru-RU" sz="3200">
                <a:solidFill>
                  <a:srgbClr val="44546A"/>
                </a:solidFill>
                <a:latin typeface="Samsung SS Body Light" pitchFamily="2" charset="0"/>
              </a:rPr>
              <a:t>Введение</a:t>
            </a:r>
            <a:endParaRPr lang="ru-RU" altLang="ru-RU" sz="3200">
              <a:solidFill>
                <a:srgbClr val="44546A"/>
              </a:solidFill>
              <a:latin typeface="Samsung SS Body Light" pitchFamily="2" charset="0"/>
            </a:endParaRPr>
          </a:p>
        </p:txBody>
      </p:sp>
      <p:pic>
        <p:nvPicPr>
          <p:cNvPr id="9219" name="Рисунок 8" descr="Изображение выглядит как паутина, искусство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30" y="0"/>
            <a:ext cx="41338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0" name="Текстовое поле 2"/>
          <p:cNvSpPr txBox="1"/>
          <p:nvPr/>
        </p:nvSpPr>
        <p:spPr>
          <a:xfrm>
            <a:off x="694690" y="1320800"/>
            <a:ext cx="721233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ru-RU" sz="1400" b="1">
                <a:solidFill>
                  <a:schemeClr val="tx2"/>
                </a:solidFill>
                <a:latin typeface="Samsung SS Body Light" pitchFamily="2" charset="0"/>
              </a:rPr>
              <a:t>Цель проекта:</a:t>
            </a:r>
            <a:endParaRPr lang="en-US" altLang="ru-RU" sz="1400" b="1">
              <a:solidFill>
                <a:schemeClr val="tx2"/>
              </a:solidFill>
              <a:latin typeface="Samsung SS Body Light" pitchFamily="2" charset="0"/>
            </a:endParaRPr>
          </a:p>
          <a:p>
            <a:r>
              <a:rPr lang="en-US" altLang="ru-RU" sz="1400">
                <a:solidFill>
                  <a:schemeClr val="tx2"/>
                </a:solidFill>
                <a:latin typeface="Samsung SS Body Light" pitchFamily="2" charset="0"/>
              </a:rPr>
              <a:t>Обучить автоэнкодер на датасете лиц </a:t>
            </a:r>
            <a:r>
              <a:rPr lang="en-US" altLang="en-US" sz="1400">
                <a:solidFill>
                  <a:schemeClr val="tx2"/>
                </a:solidFill>
                <a:latin typeface="Samsung SS Body Light" pitchFamily="2" charset="0"/>
              </a:rPr>
              <a:t>( возможные варианты фрукты, животные, машины)</a:t>
            </a:r>
            <a:r>
              <a:rPr lang="en-US" altLang="ru-RU" sz="1400">
                <a:solidFill>
                  <a:schemeClr val="tx2"/>
                </a:solidFill>
                <a:latin typeface="Samsung SS Body Light" pitchFamily="2" charset="0"/>
              </a:rPr>
              <a:t>, реализовать сжатие изображений с помощью нейросети и сравнить результат по размеру и качеству.</a:t>
            </a:r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r>
              <a:rPr lang="en-US" altLang="ru-RU" sz="1400" b="1">
                <a:solidFill>
                  <a:schemeClr val="tx2"/>
                </a:solidFill>
                <a:latin typeface="Samsung SS Body Light" pitchFamily="2" charset="0"/>
              </a:rPr>
              <a:t>Задачи:</a:t>
            </a:r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chemeClr val="tx2"/>
                </a:solidFill>
                <a:latin typeface="Samsung SS Body Light" pitchFamily="2" charset="0"/>
              </a:rPr>
              <a:t>Найти и подготовить качественный датасет с изображениями лиц</a:t>
            </a:r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chemeClr val="tx2"/>
                </a:solidFill>
                <a:latin typeface="Samsung SS Body Light" pitchFamily="2" charset="0"/>
              </a:rPr>
              <a:t>Реализовать обучение автоэнкодера</a:t>
            </a:r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chemeClr val="tx2"/>
                </a:solidFill>
                <a:latin typeface="Samsung SS Body Light" pitchFamily="2" charset="0"/>
              </a:rPr>
              <a:t>Разработать функции сжатия и восстановления изображений</a:t>
            </a:r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chemeClr val="tx2"/>
                </a:solidFill>
                <a:latin typeface="Samsung SS Body Light" pitchFamily="2" charset="0"/>
              </a:rPr>
              <a:t>Реализовать метрики оценки качества (PSNR, визуальное сравнение) и степени сжатия</a:t>
            </a:r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en-US" sz="1400">
                <a:solidFill>
                  <a:schemeClr val="tx2"/>
                </a:solidFill>
                <a:latin typeface="Samsung SS Body Light" pitchFamily="2" charset="0"/>
              </a:rPr>
              <a:t>С</a:t>
            </a:r>
            <a:r>
              <a:rPr lang="en-US" altLang="ru-RU" sz="1400">
                <a:solidFill>
                  <a:schemeClr val="tx2"/>
                </a:solidFill>
                <a:latin typeface="Samsung SS Body Light" pitchFamily="2" charset="0"/>
              </a:rPr>
              <a:t>равнить результаты с традиционными методами сжатия</a:t>
            </a:r>
            <a:r>
              <a:rPr lang="en-US" altLang="en-US" sz="1400">
                <a:solidFill>
                  <a:schemeClr val="tx2"/>
                </a:solidFill>
                <a:latin typeface="Samsung SS Body Light" pitchFamily="2" charset="0"/>
              </a:rPr>
              <a:t>.</a:t>
            </a:r>
            <a:endParaRPr lang="en-US" altLang="en-US" sz="1400">
              <a:solidFill>
                <a:schemeClr val="tx2"/>
              </a:solidFill>
              <a:latin typeface="Samsung SS Body Light" pitchFamily="2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Рисунок 13" descr="Изображение выглядит как Шрифт, Графика, снимок экрана, текс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5976938"/>
            <a:ext cx="2254250" cy="481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2" name="Текстовое поле 1"/>
          <p:cNvSpPr txBox="1"/>
          <p:nvPr/>
        </p:nvSpPr>
        <p:spPr>
          <a:xfrm>
            <a:off x="784225" y="736600"/>
            <a:ext cx="7099300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ru-RU" altLang="ru-RU" sz="3200">
                <a:solidFill>
                  <a:srgbClr val="44546A"/>
                </a:solidFill>
                <a:latin typeface="Samsung SS Body Light" pitchFamily="2" charset="0"/>
              </a:rPr>
              <a:t>Проблемы с которыми пришлось столкнуться</a:t>
            </a:r>
            <a:endParaRPr lang="ru-RU" altLang="ru-RU" sz="3200">
              <a:solidFill>
                <a:srgbClr val="44546A"/>
              </a:solidFill>
              <a:latin typeface="Samsung SS Body Light" pitchFamily="2" charset="0"/>
            </a:endParaRPr>
          </a:p>
        </p:txBody>
      </p:sp>
      <p:pic>
        <p:nvPicPr>
          <p:cNvPr id="10243" name="Рисунок 8" descr="Изображение выглядит как паутина, искусство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150" y="0"/>
            <a:ext cx="41338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4" name="Текстовое поле 2"/>
          <p:cNvSpPr txBox="1"/>
          <p:nvPr/>
        </p:nvSpPr>
        <p:spPr>
          <a:xfrm>
            <a:off x="847408" y="1867218"/>
            <a:ext cx="4064000" cy="39693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ru-RU" sz="1400" b="1" u="sng">
                <a:solidFill>
                  <a:schemeClr val="tx2"/>
                </a:solidFill>
                <a:latin typeface="Samsung SS Body Light" pitchFamily="2" charset="0"/>
              </a:rPr>
              <a:t>Потеря качества при сжатии</a:t>
            </a:r>
            <a:r>
              <a:rPr lang="en-US" altLang="ru-RU" sz="1400">
                <a:solidFill>
                  <a:schemeClr val="tx2"/>
                </a:solidFill>
                <a:latin typeface="Samsung SS Body Light" pitchFamily="2" charset="0"/>
              </a:rPr>
              <a:t> </a:t>
            </a:r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r>
              <a:rPr lang="en-US" altLang="ru-RU" sz="1400">
                <a:solidFill>
                  <a:schemeClr val="tx2"/>
                </a:solidFill>
                <a:latin typeface="Samsung SS Body Light" pitchFamily="2" charset="0"/>
              </a:rPr>
              <a:t>На начальных этапах модель выдавала размытые изображения. Для улучшения PSNR постребовалось улучшить размер латентности пространства.</a:t>
            </a:r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r>
              <a:rPr lang="en-US" altLang="ru-RU" sz="1400" b="1" u="sng">
                <a:solidFill>
                  <a:schemeClr val="tx2"/>
                </a:solidFill>
                <a:latin typeface="Samsung SS Body Light" pitchFamily="2" charset="0"/>
              </a:rPr>
              <a:t>Время обучения</a:t>
            </a:r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r>
              <a:rPr lang="en-US" altLang="ru-RU" sz="1400">
                <a:solidFill>
                  <a:schemeClr val="tx2"/>
                </a:solidFill>
                <a:latin typeface="Samsung SS Body Light" pitchFamily="2" charset="0"/>
              </a:rPr>
              <a:t>Поскольку изначально работа выполнялась на CPU время обучения было долгин, но с переходом на GPU время уменьшилось с 2 часов до 15 минут.</a:t>
            </a:r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endParaRPr lang="en-US" altLang="ru-RU" sz="1400">
              <a:solidFill>
                <a:schemeClr val="tx2"/>
              </a:solidFill>
              <a:latin typeface="Samsung SS Body Light" pitchFamily="2" charset="0"/>
            </a:endParaRPr>
          </a:p>
          <a:p>
            <a:r>
              <a:rPr lang="en-US" altLang="ru-RU" sz="1400" b="1" u="sng">
                <a:solidFill>
                  <a:schemeClr val="tx2"/>
                </a:solidFill>
                <a:latin typeface="Samsung SS Body Light" pitchFamily="2" charset="0"/>
              </a:rPr>
              <a:t>Поиск датасета</a:t>
            </a:r>
            <a:endParaRPr lang="en-US" altLang="ru-RU" sz="1400" b="1" u="sng">
              <a:solidFill>
                <a:schemeClr val="tx2"/>
              </a:solidFill>
              <a:latin typeface="Samsung SS Body Light" pitchFamily="2" charset="0"/>
            </a:endParaRPr>
          </a:p>
          <a:p>
            <a:r>
              <a:rPr lang="en-US" altLang="ru-RU" sz="1400">
                <a:solidFill>
                  <a:schemeClr val="tx2"/>
                </a:solidFill>
                <a:latin typeface="Samsung SS Body Light" pitchFamily="2" charset="0"/>
              </a:rPr>
              <a:t>Большинство датасетов содержало изображения низкое качество неудобный формат, что потребовало времени на подходящий вариант</a:t>
            </a:r>
            <a:endParaRPr lang="en-US" altLang="ru-RU" sz="1400" b="1" u="sng">
              <a:solidFill>
                <a:schemeClr val="tx2"/>
              </a:solidFill>
              <a:latin typeface="Samsung SS Body Light" pitchFamily="2" charset="0"/>
            </a:endParaRPr>
          </a:p>
          <a:p>
            <a:endParaRPr lang="en-US" altLang="ru-RU" sz="1400" b="1" u="sng">
              <a:solidFill>
                <a:schemeClr val="tx2"/>
              </a:solidFill>
              <a:latin typeface="Samsung SS Body Light" pitchFamily="2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89" name="Рисунок 13" descr="Изображение выглядит как Шрифт, Графика, снимок экрана, текс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5976938"/>
            <a:ext cx="2254250" cy="481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0" name="Текстовое поле 1"/>
          <p:cNvSpPr txBox="1"/>
          <p:nvPr/>
        </p:nvSpPr>
        <p:spPr>
          <a:xfrm>
            <a:off x="784225" y="736600"/>
            <a:ext cx="709930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ru-RU" sz="3200">
                <a:solidFill>
                  <a:srgbClr val="44546A"/>
                </a:solidFill>
                <a:latin typeface="Samsung SS Body Light" pitchFamily="2" charset="0"/>
              </a:rPr>
              <a:t>Архитектура нейронной сети</a:t>
            </a:r>
            <a:endParaRPr lang="en-US" altLang="ru-RU" sz="3200">
              <a:solidFill>
                <a:srgbClr val="44546A"/>
              </a:solidFill>
              <a:latin typeface="Samsung SS Body Light" pitchFamily="2" charset="0"/>
            </a:endParaRPr>
          </a:p>
        </p:txBody>
      </p:sp>
      <p:pic>
        <p:nvPicPr>
          <p:cNvPr id="12291" name="Рисунок 8" descr="Изображение выглядит как паутина, искусство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150" y="0"/>
            <a:ext cx="41338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2" name="Текстовое поле 2"/>
          <p:cNvSpPr txBox="1"/>
          <p:nvPr/>
        </p:nvSpPr>
        <p:spPr>
          <a:xfrm>
            <a:off x="868680" y="1454150"/>
            <a:ext cx="4807585" cy="4184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Архитектура содержит в себе: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Encoder: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4 свёрточных слоя с понижением размерности (stride=2)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Размерность входа: 256 x 256 x 3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Латентное пространство: 16 x 16 x 16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Активации: ReLU + Sigmoid на выходе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>
              <a:buFont typeface="Arial" panose="02080604020202020204" pitchFamily="34" charset="0"/>
            </a:pP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>
              <a:buFont typeface="Arial" panose="02080604020202020204" pitchFamily="34" charset="0"/>
            </a:pPr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Decoder: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4 транспонированных свёрточных слоя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Постепенное увеличение размерности обратно до 256x256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Активации: ReLU + Sigmoid на выходе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>
              <a:buFont typeface="Arial" panose="02080604020202020204" pitchFamily="34" charset="0"/>
            </a:pPr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Особенности: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Латентное представление сжимается приблизительно в 256 раз по сравнению с исходным изображением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ru-RU" sz="1400">
                <a:solidFill>
                  <a:srgbClr val="44546A"/>
                </a:solidFill>
                <a:latin typeface="Samsung SS Head Medium" charset="0"/>
              </a:rPr>
              <a:t>Обучение с функцией потерь MSE</a:t>
            </a:r>
            <a:endParaRPr lang="en-US" altLang="ru-RU" sz="1400">
              <a:solidFill>
                <a:srgbClr val="44546A"/>
              </a:solidFill>
              <a:latin typeface="Samsung SS Head Medium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89" name="Рисунок 13" descr="Изображение выглядит как Шрифт, Графика, снимок экрана, текс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5976938"/>
            <a:ext cx="2254250" cy="481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0" name="Текстовое поле 1"/>
          <p:cNvSpPr txBox="1"/>
          <p:nvPr/>
        </p:nvSpPr>
        <p:spPr>
          <a:xfrm>
            <a:off x="784225" y="736600"/>
            <a:ext cx="7099300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ru-RU" altLang="ru-RU" sz="3200">
                <a:solidFill>
                  <a:srgbClr val="44546A"/>
                </a:solidFill>
                <a:latin typeface="Samsung SS Body Light" pitchFamily="2" charset="0"/>
              </a:rPr>
              <a:t>Коротко о файлах</a:t>
            </a:r>
            <a:endParaRPr lang="ru-RU" altLang="ru-RU" sz="3200">
              <a:solidFill>
                <a:srgbClr val="44546A"/>
              </a:solidFill>
              <a:latin typeface="Samsung SS Body Light" pitchFamily="2" charset="0"/>
            </a:endParaRPr>
          </a:p>
        </p:txBody>
      </p:sp>
      <p:pic>
        <p:nvPicPr>
          <p:cNvPr id="12291" name="Рисунок 8" descr="Изображение выглядит как паутина, искусство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150" y="0"/>
            <a:ext cx="41338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2" name="Текстовое поле 2"/>
          <p:cNvSpPr txBox="1"/>
          <p:nvPr/>
        </p:nvSpPr>
        <p:spPr>
          <a:xfrm>
            <a:off x="868363" y="1454150"/>
            <a:ext cx="40640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en-US" sz="1400" b="1">
                <a:solidFill>
                  <a:srgbClr val="44546A"/>
                </a:solidFill>
                <a:latin typeface="Times New Roman" charset="0"/>
              </a:rPr>
              <a:t>model.py </a:t>
            </a:r>
            <a:r>
              <a:rPr lang="en-US" altLang="en-US" sz="1400" b="1">
                <a:solidFill>
                  <a:srgbClr val="44546A"/>
                </a:solidFill>
                <a:latin typeface="Samsung SS Body Light" pitchFamily="2" charset="0"/>
              </a:rPr>
              <a:t>-</a:t>
            </a:r>
            <a:r>
              <a:rPr lang="ru-RU" altLang="en-US" sz="1400" b="1">
                <a:solidFill>
                  <a:srgbClr val="44546A"/>
                </a:solidFill>
                <a:latin typeface="Samsung SS Body Light" pitchFamily="2" charset="0"/>
              </a:rPr>
              <a:t> </a:t>
            </a:r>
            <a:r>
              <a:rPr lang="ru-RU" altLang="en-US" sz="1400">
                <a:solidFill>
                  <a:srgbClr val="44546A"/>
                </a:solidFill>
                <a:latin typeface="Samsung SS Body Light" pitchFamily="2" charset="0"/>
              </a:rPr>
              <a:t>содержит в себе функцию сжатия и расжатия изображения</a:t>
            </a:r>
            <a:endParaRPr lang="ru-RU" altLang="en-US" sz="1400">
              <a:solidFill>
                <a:srgbClr val="44546A"/>
              </a:solidFill>
              <a:latin typeface="Samsung SS Head Medium" charset="0"/>
            </a:endParaRPr>
          </a:p>
        </p:txBody>
      </p:sp>
      <p:sp>
        <p:nvSpPr>
          <p:cNvPr id="12293" name="Текстовое поле 3"/>
          <p:cNvSpPr txBox="1"/>
          <p:nvPr/>
        </p:nvSpPr>
        <p:spPr>
          <a:xfrm>
            <a:off x="868363" y="2036445"/>
            <a:ext cx="40640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ru-RU" sz="1400" b="1">
                <a:solidFill>
                  <a:srgbClr val="44546A"/>
                </a:solidFill>
                <a:latin typeface="Times New Roman" charset="0"/>
              </a:rPr>
              <a:t>train.py</a:t>
            </a:r>
            <a:r>
              <a:rPr lang="en-US" altLang="ru-RU" sz="1400">
                <a:solidFill>
                  <a:srgbClr val="44546A"/>
                </a:solidFill>
                <a:latin typeface="Times New Roman" charset="0"/>
              </a:rPr>
              <a:t> - </a:t>
            </a:r>
            <a:r>
              <a:rPr lang="ru-RU" altLang="ru-RU" sz="1400">
                <a:solidFill>
                  <a:srgbClr val="44546A"/>
                </a:solidFill>
                <a:latin typeface="Samsung SS Body Light" pitchFamily="2" charset="0"/>
              </a:rPr>
              <a:t>обучает модель </a:t>
            </a:r>
            <a:r>
              <a:rPr lang="en-US" altLang="ru-RU" sz="1400">
                <a:solidFill>
                  <a:srgbClr val="44546A"/>
                </a:solidFill>
                <a:latin typeface="Samsung SS Body Light" pitchFamily="2" charset="0"/>
              </a:rPr>
              <a:t>на фотографиях</a:t>
            </a:r>
            <a:r>
              <a:rPr lang="ru-RU" altLang="ru-RU" sz="1400">
                <a:solidFill>
                  <a:srgbClr val="44546A"/>
                </a:solidFill>
                <a:latin typeface="Samsung SS Body Light" pitchFamily="2" charset="0"/>
              </a:rPr>
              <a:t> </a:t>
            </a:r>
            <a:endParaRPr lang="ru-RU" altLang="ru-RU" sz="1400">
              <a:solidFill>
                <a:srgbClr val="44546A"/>
              </a:solidFill>
              <a:latin typeface="Samsung SS Body Light" pitchFamily="2" charset="0"/>
            </a:endParaRPr>
          </a:p>
        </p:txBody>
      </p:sp>
      <p:sp>
        <p:nvSpPr>
          <p:cNvPr id="12294" name="Текстовое поле 4"/>
          <p:cNvSpPr txBox="1"/>
          <p:nvPr/>
        </p:nvSpPr>
        <p:spPr>
          <a:xfrm>
            <a:off x="868363" y="2627630"/>
            <a:ext cx="4064000" cy="1168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en-US" sz="1400" b="1">
                <a:solidFill>
                  <a:srgbClr val="44546A"/>
                </a:solidFill>
                <a:latin typeface="Times New Roman" charset="0"/>
              </a:rPr>
              <a:t>demo.py -</a:t>
            </a:r>
            <a:r>
              <a:rPr lang="en-US" altLang="en-US" sz="1400">
                <a:solidFill>
                  <a:srgbClr val="44546A"/>
                </a:solidFill>
                <a:latin typeface="Samsung SS Body Light" pitchFamily="2" charset="0"/>
              </a:rPr>
              <a:t> </a:t>
            </a:r>
            <a:r>
              <a:rPr lang="ru-RU" altLang="en-US" sz="1400">
                <a:solidFill>
                  <a:srgbClr val="44546A"/>
                </a:solidFill>
                <a:latin typeface="Samsung SS Body Light" pitchFamily="2" charset="0"/>
              </a:rPr>
              <a:t>показывает начальный и конечный результат изображения (до сжатия и после)</a:t>
            </a:r>
            <a:r>
              <a:rPr lang="en-US" altLang="en-US" sz="1400">
                <a:solidFill>
                  <a:srgbClr val="44546A"/>
                </a:solidFill>
                <a:latin typeface="Samsung SS Body Light" pitchFamily="2" charset="0"/>
              </a:rPr>
              <a:t>,</a:t>
            </a:r>
            <a:r>
              <a:rPr lang="ru-RU" altLang="en-US" sz="1400">
                <a:solidFill>
                  <a:srgbClr val="44546A"/>
                </a:solidFill>
                <a:latin typeface="Samsung SS Body Light" pitchFamily="2" charset="0"/>
              </a:rPr>
              <a:t> а так же при выводится начальный и конечный размер изображения.</a:t>
            </a:r>
            <a:endParaRPr lang="ru-RU" altLang="en-US" sz="1400">
              <a:solidFill>
                <a:srgbClr val="44546A"/>
              </a:solidFill>
              <a:latin typeface="Samsung SS Body Light" pitchFamily="2" charset="0"/>
            </a:endParaRPr>
          </a:p>
        </p:txBody>
      </p:sp>
      <p:sp>
        <p:nvSpPr>
          <p:cNvPr id="12295" name="Текстовое поле 5"/>
          <p:cNvSpPr txBox="1"/>
          <p:nvPr/>
        </p:nvSpPr>
        <p:spPr>
          <a:xfrm>
            <a:off x="868680" y="3883025"/>
            <a:ext cx="374142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en-US" sz="1400" b="1">
                <a:solidFill>
                  <a:srgbClr val="44546A"/>
                </a:solidFill>
                <a:latin typeface="Times New Roman" charset="0"/>
              </a:rPr>
              <a:t>compress.py -</a:t>
            </a:r>
            <a:r>
              <a:rPr lang="en-US" altLang="en-US" sz="1400">
                <a:solidFill>
                  <a:srgbClr val="44546A"/>
                </a:solidFill>
                <a:latin typeface="Samsung SS Body Light" pitchFamily="2" charset="0"/>
              </a:rPr>
              <a:t> </a:t>
            </a:r>
            <a:r>
              <a:rPr lang="ru-RU" altLang="en-US" sz="1400">
                <a:solidFill>
                  <a:srgbClr val="44546A"/>
                </a:solidFill>
                <a:latin typeface="Samsung SS Body Light" pitchFamily="2" charset="0"/>
              </a:rPr>
              <a:t>выводит в консоль размер оригинального и сжатого изображения во сколько раз сжато изображение</a:t>
            </a:r>
            <a:r>
              <a:rPr lang="en-US" altLang="en-US" sz="1400">
                <a:solidFill>
                  <a:srgbClr val="44546A"/>
                </a:solidFill>
                <a:latin typeface="Samsung SS Body Light" pitchFamily="2" charset="0"/>
              </a:rPr>
              <a:t>, </a:t>
            </a:r>
            <a:r>
              <a:rPr lang="ru-RU" altLang="en-US" sz="1400">
                <a:solidFill>
                  <a:srgbClr val="44546A"/>
                </a:solidFill>
                <a:latin typeface="Samsung SS Body Light" pitchFamily="2" charset="0"/>
              </a:rPr>
              <a:t>а также </a:t>
            </a:r>
            <a:r>
              <a:rPr lang="en-US" altLang="en-US" sz="1400">
                <a:solidFill>
                  <a:srgbClr val="44546A"/>
                </a:solidFill>
                <a:latin typeface="Samsung SS Body Light" pitchFamily="2" charset="0"/>
              </a:rPr>
              <a:t>PSNR</a:t>
            </a:r>
            <a:r>
              <a:rPr lang="ru-RU" altLang="en-US" sz="1400">
                <a:solidFill>
                  <a:srgbClr val="44546A"/>
                </a:solidFill>
                <a:latin typeface="Samsung SS Body Light" pitchFamily="2" charset="0"/>
              </a:rPr>
              <a:t> (пиковое отношение сигнала к шуму чем больше</a:t>
            </a:r>
            <a:r>
              <a:rPr lang="en-US" altLang="en-US" sz="1400">
                <a:solidFill>
                  <a:srgbClr val="44546A"/>
                </a:solidFill>
                <a:latin typeface="Samsung SS Body Light" pitchFamily="2" charset="0"/>
              </a:rPr>
              <a:t>,</a:t>
            </a:r>
            <a:r>
              <a:rPr lang="ru-RU" altLang="en-US" sz="1400">
                <a:solidFill>
                  <a:srgbClr val="44546A"/>
                </a:solidFill>
                <a:latin typeface="Samsung SS Body Light" pitchFamily="2" charset="0"/>
              </a:rPr>
              <a:t> тем лучше)</a:t>
            </a:r>
            <a:r>
              <a:rPr lang="en-US" altLang="ru-RU" sz="1400">
                <a:solidFill>
                  <a:srgbClr val="44546A"/>
                </a:solidFill>
                <a:latin typeface="Samsung SS Body Light" pitchFamily="2" charset="0"/>
              </a:rPr>
              <a:t>.</a:t>
            </a:r>
            <a:endParaRPr lang="en-US" altLang="ru-RU" sz="1400">
              <a:solidFill>
                <a:srgbClr val="44546A"/>
              </a:solidFill>
              <a:latin typeface="Samsung SS Body Light" pitchFamily="2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3" name="Рисунок 13" descr="Изображение выглядит как Шрифт, Графика, снимок экрана, текс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5976938"/>
            <a:ext cx="2254250" cy="481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4" name="Текстовое поле 1"/>
          <p:cNvSpPr txBox="1"/>
          <p:nvPr/>
        </p:nvSpPr>
        <p:spPr>
          <a:xfrm>
            <a:off x="784225" y="736600"/>
            <a:ext cx="7099300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ru-RU" altLang="ru-RU" sz="3200">
                <a:solidFill>
                  <a:srgbClr val="44546A"/>
                </a:solidFill>
                <a:latin typeface="Samsung SS Body Light" pitchFamily="2" charset="0"/>
              </a:rPr>
              <a:t>Демонстрация работы программ</a:t>
            </a:r>
            <a:endParaRPr lang="ru-RU" altLang="ru-RU" sz="3200">
              <a:solidFill>
                <a:srgbClr val="44546A"/>
              </a:solidFill>
              <a:latin typeface="Samsung SS Body Light" pitchFamily="2" charset="0"/>
            </a:endParaRPr>
          </a:p>
        </p:txBody>
      </p:sp>
      <p:pic>
        <p:nvPicPr>
          <p:cNvPr id="13315" name="Изображение 6" descr="Снимок экрана 2026-05-21 1850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25" y="1446213"/>
            <a:ext cx="1838325" cy="3781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6" name="Текстовое поле 8"/>
          <p:cNvSpPr txBox="1"/>
          <p:nvPr/>
        </p:nvSpPr>
        <p:spPr>
          <a:xfrm>
            <a:off x="830263" y="5353050"/>
            <a:ext cx="17907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en-US" altLang="ru-RU" b="1">
                <a:solidFill>
                  <a:srgbClr val="44546A"/>
                </a:solidFill>
                <a:latin typeface="Times New Roman" charset="0"/>
              </a:rPr>
              <a:t>train.py</a:t>
            </a:r>
            <a:endParaRPr lang="en-US" altLang="ru-RU" b="1">
              <a:solidFill>
                <a:srgbClr val="44546A"/>
              </a:solidFill>
              <a:latin typeface="Times New Roman" charset="0"/>
            </a:endParaRPr>
          </a:p>
        </p:txBody>
      </p:sp>
      <p:pic>
        <p:nvPicPr>
          <p:cNvPr id="13317" name="Изображение 9" descr="Снимок экрана 2026-05-21 185126"/>
          <p:cNvPicPr>
            <a:picLocks noChangeAspect="1"/>
          </p:cNvPicPr>
          <p:nvPr/>
        </p:nvPicPr>
        <p:blipFill>
          <a:blip r:embed="rId3"/>
          <a:srcRect b="11314"/>
          <a:stretch>
            <a:fillRect/>
          </a:stretch>
        </p:blipFill>
        <p:spPr>
          <a:xfrm>
            <a:off x="2990850" y="1446213"/>
            <a:ext cx="5067300" cy="2797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8" name="Текстовое поле 11"/>
          <p:cNvSpPr txBox="1"/>
          <p:nvPr/>
        </p:nvSpPr>
        <p:spPr>
          <a:xfrm>
            <a:off x="3167063" y="5353050"/>
            <a:ext cx="40640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en-US" altLang="ru-RU" b="1">
                <a:solidFill>
                  <a:srgbClr val="44546A"/>
                </a:solidFill>
                <a:latin typeface="Times New Roman" charset="0"/>
              </a:rPr>
              <a:t>demo.py</a:t>
            </a:r>
            <a:endParaRPr lang="en-US" altLang="ru-RU" b="1">
              <a:solidFill>
                <a:srgbClr val="44546A"/>
              </a:solidFill>
              <a:latin typeface="Times New Roman" charset="0"/>
            </a:endParaRPr>
          </a:p>
        </p:txBody>
      </p:sp>
      <p:pic>
        <p:nvPicPr>
          <p:cNvPr id="13319" name="Изображение 12" descr="Снимок экрана 2026-05-21 185256"/>
          <p:cNvPicPr>
            <a:picLocks noChangeAspect="1"/>
          </p:cNvPicPr>
          <p:nvPr/>
        </p:nvPicPr>
        <p:blipFill>
          <a:blip r:embed="rId4"/>
          <a:srcRect t="20688"/>
          <a:stretch>
            <a:fillRect/>
          </a:stretch>
        </p:blipFill>
        <p:spPr>
          <a:xfrm>
            <a:off x="8323263" y="1446213"/>
            <a:ext cx="3648075" cy="731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20" name="Текстовое поле 14"/>
          <p:cNvSpPr txBox="1"/>
          <p:nvPr/>
        </p:nvSpPr>
        <p:spPr>
          <a:xfrm>
            <a:off x="8323263" y="5353050"/>
            <a:ext cx="36496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en-US" altLang="ru-RU" b="1">
                <a:solidFill>
                  <a:srgbClr val="44546A"/>
                </a:solidFill>
                <a:latin typeface="Times New Roman" charset="0"/>
              </a:rPr>
              <a:t>compress.py</a:t>
            </a:r>
            <a:endParaRPr lang="en-US" altLang="ru-RU" b="1">
              <a:solidFill>
                <a:srgbClr val="44546A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7" name="Рисунок 13" descr="Изображение выглядит как Шрифт, Графика, снимок экрана, текс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5976938"/>
            <a:ext cx="2254250" cy="481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8" name="Текстовое поле 1"/>
          <p:cNvSpPr txBox="1"/>
          <p:nvPr/>
        </p:nvSpPr>
        <p:spPr>
          <a:xfrm>
            <a:off x="784225" y="736600"/>
            <a:ext cx="7099300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ru-RU" altLang="ru-RU" sz="3200">
                <a:solidFill>
                  <a:srgbClr val="44546A"/>
                </a:solidFill>
                <a:latin typeface="Samsung SS Body Light" pitchFamily="2" charset="0"/>
              </a:rPr>
              <a:t>Подведение итогов</a:t>
            </a:r>
            <a:endParaRPr lang="ru-RU" altLang="ru-RU" sz="3200">
              <a:solidFill>
                <a:srgbClr val="44546A"/>
              </a:solidFill>
              <a:latin typeface="Samsung SS Body Light" pitchFamily="2" charset="0"/>
            </a:endParaRPr>
          </a:p>
        </p:txBody>
      </p:sp>
      <p:pic>
        <p:nvPicPr>
          <p:cNvPr id="14339" name="Рисунок 8" descr="Изображение выглядит как паутина, искусство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150" y="0"/>
            <a:ext cx="41338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Текстовое поле 1"/>
          <p:cNvSpPr txBox="1"/>
          <p:nvPr/>
        </p:nvSpPr>
        <p:spPr>
          <a:xfrm>
            <a:off x="784225" y="2151380"/>
            <a:ext cx="426593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400" b="1">
                <a:solidFill>
                  <a:srgbClr val="44546A"/>
                </a:solidFill>
                <a:sym typeface="+mn-ea"/>
              </a:rPr>
              <a:t>Результат:</a:t>
            </a:r>
            <a:endParaRPr lang="en-US" altLang="ru-RU" sz="1400">
              <a:solidFill>
                <a:srgbClr val="44546A"/>
              </a:solidFill>
              <a:sym typeface="+mn-ea"/>
            </a:endParaRPr>
          </a:p>
          <a:p>
            <a:r>
              <a:rPr lang="en-US" altLang="ru-RU" sz="1400">
                <a:solidFill>
                  <a:srgbClr val="44546A"/>
                </a:solidFill>
                <a:sym typeface="+mn-ea"/>
              </a:rPr>
              <a:t>Реализован автоэнкодер для сжатия изображений лиц</a:t>
            </a:r>
            <a:endParaRPr lang="en-US" altLang="ru-RU" sz="1400">
              <a:solidFill>
                <a:srgbClr val="44546A"/>
              </a:solidFill>
              <a:sym typeface="+mn-ea"/>
            </a:endParaRPr>
          </a:p>
          <a:p>
            <a:r>
              <a:rPr lang="en-US" altLang="ru-RU" sz="1400">
                <a:solidFill>
                  <a:srgbClr val="44546A"/>
                </a:solidFill>
                <a:sym typeface="+mn-ea"/>
              </a:rPr>
              <a:t>Модель обучена на датасете из 13 000 изображений</a:t>
            </a:r>
            <a:endParaRPr lang="en-US" altLang="ru-RU" sz="1400">
              <a:solidFill>
                <a:srgbClr val="44546A"/>
              </a:solidFill>
              <a:sym typeface="+mn-ea"/>
            </a:endParaRPr>
          </a:p>
          <a:p>
            <a:r>
              <a:rPr lang="en-US" altLang="ru-RU" sz="1400">
                <a:solidFill>
                  <a:srgbClr val="44546A"/>
                </a:solidFill>
                <a:sym typeface="+mn-ea"/>
              </a:rPr>
              <a:t>Разработаны модули сжатия, восстановления и оценки качества</a:t>
            </a:r>
            <a:endParaRPr lang="en-US" altLang="ru-RU" sz="1400">
              <a:solidFill>
                <a:srgbClr val="44546A"/>
              </a:solidFill>
              <a:sym typeface="+mn-ea"/>
            </a:endParaRPr>
          </a:p>
          <a:p>
            <a:r>
              <a:rPr lang="en-US" altLang="ru-RU" sz="1400">
                <a:solidFill>
                  <a:srgbClr val="44546A"/>
                </a:solidFill>
                <a:sym typeface="+mn-ea"/>
              </a:rPr>
              <a:t>Достигнуто значительное сжатие изображений при сохранении визуально приемлемого качества.</a:t>
            </a:r>
            <a:r>
              <a:rPr lang="ru-RU" altLang="ru-RU" sz="1400">
                <a:solidFill>
                  <a:srgbClr val="44546A"/>
                </a:solidFill>
                <a:sym typeface="+mn-ea"/>
              </a:rPr>
              <a:t> </a:t>
            </a:r>
            <a:endParaRPr lang="ru-RU" altLang="en-US" sz="1400"/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Samsung IT School White">
  <a:themeElements>
    <a:clrScheme name="Другая 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SS Head">
      <a:majorFont>
        <a:latin typeface="Samsung SS Head Bold"/>
        <a:ea typeface=""/>
        <a:cs typeface=""/>
      </a:majorFont>
      <a:minorFont>
        <a:latin typeface="Samsung SS Body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2423</Words>
  <Application>WPS Presentation</Application>
  <PresentationFormat>Широкоэкранный</PresentationFormat>
  <Paragraphs>81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Samsung SS Body Light</vt:lpstr>
      <vt:lpstr>Samsung SS Head Bold</vt:lpstr>
      <vt:lpstr>Samsung Sharp Sans</vt:lpstr>
      <vt:lpstr>Samsung SS Head Medium</vt:lpstr>
      <vt:lpstr>Times New Roman</vt:lpstr>
      <vt:lpstr>URW Bookman</vt:lpstr>
      <vt:lpstr>微软雅黑</vt:lpstr>
      <vt:lpstr>Droid Sans Fallback</vt:lpstr>
      <vt:lpstr>DejaVu Sans</vt:lpstr>
      <vt:lpstr/>
      <vt:lpstr>Arial Unicode MS</vt:lpstr>
      <vt:lpstr>Calibri</vt:lpstr>
      <vt:lpstr>Samsung IT School 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SAMSUNG Presentation</dc:title>
  <dc:creator>Roman Lesovoy</dc:creator>
  <cp:lastModifiedBy>reror</cp:lastModifiedBy>
  <cp:revision>223</cp:revision>
  <dcterms:created xsi:type="dcterms:W3CDTF">2026-05-26T12:25:01Z</dcterms:created>
  <dcterms:modified xsi:type="dcterms:W3CDTF">2026-05-26T12:25:01Z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ICV">
    <vt:lpwstr>296F185EEDAA4E0E9553A71BB45C1323_13</vt:lpwstr>
  </property>
  <property fmtid="{D5CDD505-2E9C-101B-9397-08002B2CF9AE}" pid="4" name="KSOProductBuildVer">
    <vt:lpwstr>1049-10.1.0.6757</vt:lpwstr>
  </property>
</Properties>
</file>